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Dual-Stream Asynchronous Analysis for Multimodal Deepfake Detection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Anish Thakur, Aastik Sharma, Dhruv Garg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2210991273 | 2210991132 | 2210990273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Isha Kansal, Associate Professor,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Introduction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Problem Statement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Proposed Multimodal Framework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Video Detection Module (Stacked Ensemble)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Audio Detection Module (ResNet50)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Experiments &amp; Results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Conclusion &amp; Future Work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Deepfakes are AI-generated synthetic media created using deep learning techniques such as GANs and autoencoders.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pose a dual-domain threat — both video and audio streams can be independently manipulated to spread misinformation.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detection methods are largely unimodal, focusing only on visual or audio forensics in isolation.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single-stream approach fails when only one modality is forged — e.g., real video paired with fake audio.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paper proposes a parallel-path multimodal framework that simultaneously analyzes both video and audio streams for robust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Challenges in Deepfake Detection: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Rapid advancement of generative models (StyleGAN, Diffusion Models) produces near-perfect forgeries.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 existing systems are unimodal — analyzing only video frames OR only audio waveforms.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Unimodal systems are easily defeated when only one stream is manipulated.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Gap: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research on multimodal, fusion-based detection that evaluates both audio and visual streams simultaneously.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robust stacked ensemble approach combining spatial, spatio-temporal, and audio models.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 highly accurate (99%+) multimodal detection system using ensemble learning and fusion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Multimodal Detection Framework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Pipeline: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Input: A video file containing both audio and visual content.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Demultiplexing: FFmpeg separates the file into Stream 1 (Video Frames) and Stream 2 (Audio .wav).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Parallel Processing: Both streams are processed simultaneously and independently.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Dual-Stream Architecture: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 1 → Video Detection Module → Probability Score: P_video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 2 → Audio Detection Module → Probability Score: P_audio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Fusion Logic: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P_final = (0.6 × P_video) + (0.4 × P_audio)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 favors video module (higher tested accuracy); robust even if one modality is ambiguous.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Detection Module (Stacked Ensemble)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Preprocessing: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 frames extracted at constant rate; MTCNN face detector crops and resizes facial regions to 224×224.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 Models (Level 0):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EfficientNet-B0 (Spatial): High accuracy, identifies fine-grained texture artifacts and pixel inconsistencies.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ResNet50 (Spatial): Robust deep residual network; validated accuracy 98.39%; powerful feature extractor.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CNN+LSTM (Spatio-Temporal): TimeDistributed(MobileNetV2) + LSTM; detects unnatural blinking, rigid lip movement.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Meta-Learner (Level 1 Stacking):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shallow neural network (Dense 16 → ReLU → Dense 1 → Sigmoid) trained on base model predictions.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Learns optimal non-linear combination of base models — when to trust each model.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ensemble accuracy on Celeb-DF test set: 99.1%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Detection Module (ResNet50)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Preprocessing Pipeline: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Raw audio waveform converted to a Mel Spectrogram — a 2D time-frequency representation.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Spectrogram normalized to 224×224 pixels to match ResNet50 input requirements.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Single-channel spectrogram replicated to 3-channel (RGB) format for CNN compatibility.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Architecture: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Base: ResNet50 pre-trained on ImageNet — powerful feature extractor for spectrogram images.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 head: AveragePooling2D → Flatten → Dense(128, ReLU) → Dropout(0.5) → Dense(1, Sigmoid).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Strategy: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Phase 1 (10 epochs): Train classifier head only; ResNet base frozen.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Phase 2 (5 epochs): Fine-tune full model (base unfrozen) for domain adaptation.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Trained on LJSpeech (real) + WaveFake (fake) datasets. Validation Accuracy: 98.39%.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Datasets: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Video: FaceForensics++ (FF++) for training; Celeb-DF for robustness testing.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Audio: LJSpeech (real corpus) + WaveFake (fake corpus).</a:t>
            </a:r>
          </a:p>
          <a:p>
            <a:pPr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Implementation: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Optimizer: Adam (lr=0.0001); Loss: Binary Cross-Entropy; Hardware: GPU-accelerated.</a:t>
            </a:r>
          </a:p>
          <a:p>
            <a:pPr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 Module Performance (Celeb-DF Test Set):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ResNet50 (baseline): 98.1% accuracy  |  EfficientNet-B0: ~97%  |  CNN+LSTM: ~96%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Stacked Ensemble Meta-Learner: 99.1% accuracy (+1% absolute improvement over best base model)</a:t>
            </a:r>
          </a:p>
          <a:p>
            <a:pPr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Audio Module Performance: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ResNet50 on spectrograms: Validation Accuracy 98.39%; smooth convergence over 15 epochs.</a:t>
            </a:r>
          </a:p>
          <a:p>
            <a:pPr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Multimodal System:</a:t>
            </a:r>
          </a:p>
          <a:p>
            <a:pPr marL="457200" lvl="0" indent="-317500">
              <a:lnSpc>
                <a:spcPct val="110000"/>
              </a:lnSpc>
              <a:spcBef>
                <a:spcPts val="100"/>
              </a:spcBef>
              <a:buClr>
                <a:srgbClr val="000000"/>
              </a:buClr>
              <a:buSzPts val="12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Combined Audio-Visual Test Accuracy: 99.4%  |  Confusion Matrix (10,000 samples): 4970 TN, 4970 TP, 30 FP, 30 FN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a novel dual-stream multimodal deepfake detection framework combining ensemble video analysis with spectro-temporal audio detection.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stacked ensemble video module (EfficientNet + ResNet50 + CNN-LSTM) achieves 99.1% test accuracy.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audio ResNet50 module achieves 98.39% validation accuracy on LJSpeech/WaveFake datasets.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fused multimodal system achieves state-of-the-art 99.4% accuracy, successfully detecting cross-modal forgeries.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 the framework to handle real-time streaming video analysis.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Incorporate transformer-based architectures (ViT, Audio Spectrogram Transformers) for further accuracy gains.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adversarially robust models to counter adaptive forgery attacks.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 generalization across diverse deepfake generation techniques and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S. Das et al., “Enhanced deepfake detection using CNN and EfficientNet ensemble models,” ICACSE 2025.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A. Jaiswal et al., “A novel framework for deepfake image detection using deep learning,” L&amp;T 2025.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A. Mahar et al., “Detection of quality deepfake images using customised CNNs,” ICACSE 2025.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V. Shinde et al., “Audio deepfake detection using CNN and Bi-LSTM,” ICRMLAI 2024.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K. He et al., “Deep Residual Learning for Image Recognition,” CVPR 2016, pp. 770-778.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M. Tan &amp; Q. Le, “EfficientNet: Rethinking Model Scaling for CNNs,” ICML 2019.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A. Rossler et al., “FaceForensics++: Learning to Detect Forged Facial Images,” ICCV 2019.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[8] S. Hochreiter &amp; J. Schmidhuber, “Long Short-Term Memory,” Neural Computation, 1997.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[9] Y. Li et al., “Celeb-DF: A Large-Scale Challenging Dataset for Deepfake Forensics,” CVPR 2020.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 K. Ito &amp; L. Johnson, “The LJ Speech Dataset,” 2017.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[11] J. Frank &amp; L. Schonherr, “WaveFake: A Data Set to Detect Deepfake Audio,” arXiv 2021.</a:t>
            </a:r>
          </a:p>
          <a:p>
            <a:pPr marL="457200" lvl="0" indent="-317500">
              <a:lnSpc>
                <a:spcPct val="120000"/>
              </a:lnSpc>
              <a:spcBef>
                <a:spcPts val="200"/>
              </a:spcBef>
              <a:buClr>
                <a:srgbClr val="000000"/>
              </a:buClr>
              <a:buSzPts val="1300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[12] D. Kingma &amp; J. Ba, “Adam: A Method for Stochastic Optimization,” arXiv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2299</cp:revision>
  <dcterms:created xsi:type="dcterms:W3CDTF">2010-04-09T07:36:15Z</dcterms:created>
  <dcterms:modified xsi:type="dcterms:W3CDTF">2026-05-14T04:26:31Z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